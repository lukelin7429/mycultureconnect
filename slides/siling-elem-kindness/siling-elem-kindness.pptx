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hyperlink" Target="https://www.youtube.com/watch?v=9Lkvbd8x_GI" TargetMode="Externa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4.png">
            <a:hlinkClick r:id="rId3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