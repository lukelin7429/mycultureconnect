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www.youtube.com/watch?v=hmscjZr4qeE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