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pn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pn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pn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pn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png"/><Relationship Id="rId3" Type="http://schemas.microsoft.com/office/2007/relationships/media" Target="../media/media1.mp4"/><Relationship Id="rId4" Type="http://schemas.openxmlformats.org/officeDocument/2006/relationships/video" Target="../media/media1.mp4"/><Relationship Id="rId5" Type="http://schemas.openxmlformats.org/officeDocument/2006/relationships/image" Target="../media/image31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pn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pn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pn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pn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2SgHi7d4JUQ-1792056018.mp4">
            <a:hlinkClick r:id="" action="ppaction://media"/>
          </p:cNvPr>
          <p:cNvPicPr>
            <a:picLocks noChangeAspect="1"/>
          </p:cNvPicPr>
          <p:nvPr>
            <a:videoFile r:link="rId4"/>
            <p:extLst>
              <p:ext uri="{DAA4B4D4-6D71-4841-9C94-3DE7FCFB9230}">
                <p14:media xmlns:p14="http://schemas.microsoft.com/office/powerpoint/2010/main" r:embed="rId3"/>
              </p:ext>
            </p:extLst>
          </p:nvPr>
        </p:nvPicPr>
        <p:blipFill>
          <a:blip r:embed="rId5"/>
          <a:stretch>
            <a:fillRect/>
          </a:stretch>
        </p:blipFill>
        <p:spPr>
          <a:xfrm>
            <a:off x="1066773" y="-355831"/>
            <a:ext cx="10058148" cy="7553804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>
          <p:childTnLst>
            <p:video>
              <p:cMediaNode vol="80000">
                <p:cTn id="2" fill="hold" display="0">
                  <p:stCondLst>
                    <p:cond delay="indefinite"/>
                  </p:stCondLst>
                </p:cTn>
                <p:tgtEl>
                  <p:spTgt spid="3"/>
                </p:tgtEl>
              </p:cMediaNode>
            </p:video>
          </p:childTnLst>
        </p:cTn>
      </p:par>
    </p:tnLst>
  </p:timing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