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4k-BTYRiWmo-179316275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66773" y="-355831"/>
            <a:ext cx="10058148" cy="755380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